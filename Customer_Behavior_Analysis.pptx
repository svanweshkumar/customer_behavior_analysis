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104000</c:v>
                </c:pt>
                <c:pt idx="1">
                  <c:v>74000</c:v>
                </c:pt>
                <c:pt idx="2">
                  <c:v>36000</c:v>
                </c:pt>
                <c:pt idx="3">
                  <c:v>19000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Subscription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 (73%)</c:v>
                </c:pt>
                <c:pt idx="1">
                  <c:v>Subscribers (27%)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EA5E9">
              <a:alpha val="35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transactional data to uncover insights on spending patterns,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and strategic growth opportunities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09651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Records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0" y="40690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409651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90672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937760" y="40690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409651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132320" y="40690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4096512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79792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 + 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to understand customer shopping behavior to improve sales, satisfaction, and loyalty.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noticed changes in purchasing patterns across demographics, product categories, and channels — and needed data-driven answers.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Overarching Question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the company leverage consumer shopping data to identify trends, improve engagement, and optimize strategy?"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56048" y="1618488"/>
            <a:ext cx="457200" cy="621792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61848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636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911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Feature 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40487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56048" y="2423160"/>
            <a:ext cx="457200" cy="621792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4231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715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Business Transactions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954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3227832"/>
            <a:ext cx="457200" cy="621792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22783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520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 · KPIs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401421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56048" y="4032504"/>
            <a:ext cx="457200" cy="62179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403250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Presentation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3251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Rating)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Steps (Python)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51460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with pandas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Exploration: df.info() &amp; .describe()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Data: Imputed Review Rating with category median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 to snake_case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age_group &amp; purchase_frequency_days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Consistency: Dropped redundant promo_code_used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Integration: Loaded into PostgreSQL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 Groups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679192"/>
            <a:ext cx="228600" cy="228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2551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3792" y="2825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Location · Subscription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54787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3792" y="3694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Category · Amount · Season · Size · Color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25196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4416552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4288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4562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· Previous Purchases · Frequency · Rating · Shipping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SQL BUSINESS TRANSACTIONS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69848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9848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1088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362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₹1,57,890  |  Female: ₹75,191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65376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65376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21579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used discounts yet spent above average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60904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60904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679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2953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3.86 · Sandals 3.84 · Boots 3.82 · Hat 3.80 · Skirt 3.78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456432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56432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" y="3474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Comparison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₹58.46 avg  |  Express: ₹60.48 avg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4251960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51960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4270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4544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Subscribers: 1,053 · Avg ₹59.49  |  Non-sub: 2,847 · Avg ₹59.87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051560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1069848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069848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21224" y="1088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Discount-Dependent Products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21224" y="1362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50% · Sneakers 49.7% · Coat 49.1% · Sweater 48.2% · Pants 47.4%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1847088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18888" y="1865376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865376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21224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21224" y="21579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Loyal: 3,116  |  Returning: 701  |  New: 83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642616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2660904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660904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21224" y="2679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Category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1224" y="2953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Accessories: Jewelry, Sunglasses, Belt · Clothing: Blouse, Pants, Shirt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438144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18888" y="3456432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456432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21224" y="3474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21224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non-subscribers vs 958 subscribers among repeat buyers (&gt;5 purchases)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4233672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18888" y="4251960"/>
            <a:ext cx="347472" cy="649224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251960"/>
            <a:ext cx="3474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21224" y="4270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21224" y="4544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Adult: ₹62,143 · Middle-Aged: ₹59,197 · Adult: ₹55,978 · Senior: ₹55,763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₹59.76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20574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2532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434840" y="1005840"/>
          <a:ext cx="4297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434840" y="3017520"/>
          <a:ext cx="42976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2" descr=""/>
          <p:cNvGraphicFramePr/>
          <p:nvPr/>
        </p:nvGraphicFramePr>
        <p:xfrm>
          <a:off x="274320" y="2971800"/>
          <a:ext cx="4160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Highlights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18488"/>
            <a:ext cx="347472" cy="34747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84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5270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Breakdown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8105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· 27% Yes / 73% No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25856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414016"/>
            <a:ext cx="347472" cy="34747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1401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3225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by Category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across 4 product lines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305409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209544"/>
            <a:ext cx="347472" cy="34747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95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1181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by Age Group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4015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charts · 4 segments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849624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4005072"/>
            <a:ext cx="347472" cy="34747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050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9136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41970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 customers · ₹59.76 avg · 3.75 rating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57784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Filters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577840" y="1417320"/>
            <a:ext cx="3154680" cy="329184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7150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Panels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715000" y="181051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Status: Yes / No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Female / Male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Accessories / Clothing / Footwear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Type: 6 options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7150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715000" y="341071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715000" y="3410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693408" y="341071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693408" y="3410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671816" y="341071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671816" y="3410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Action Plan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600200"/>
            <a:ext cx="411480" cy="411480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709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benefits — only 27% subscribe despite comparable spend. A loyalty-tier model can move non-subscribers.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5146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" y="2788920"/>
            <a:ext cx="411480" cy="4114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889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60120" y="2898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are already Loyal. Reward repeat buyers to retain them and move Returning customers (701) into the Loyal tier.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7033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" y="397764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9776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60120" y="4087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Hat and Sneakers sales rely on discounts. Balance promotional boosts with margin protection.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46320" y="13258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56048" y="160020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6002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1709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Young Adults (highest revenue ₹62K) and Express-shipping users (higher avg spend ₹60.48).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846320" y="25146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56048" y="278892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78892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4068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40680" y="2898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items (Gloves, Sandals, Boots) and best-sellers (Jewelry, Blouse, Jacket) in campaigns.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9202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965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65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920240"/>
            <a:ext cx="173736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965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71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EDA · Feature Engineering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712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081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Queries · Customer Segmentation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112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7216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· Slicers · KPIs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474720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112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7216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· SQL · Dashboard Files</a:t>
            </a:r>
            <a:endParaRPr lang="en-US" sz="9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484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6012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GitHub · Python Scripts · SQL Queries · Power BI 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2026-06-11T07:29:54Z</dcterms:created>
  <dcterms:modified xsi:type="dcterms:W3CDTF">2026-06-11T07:29:54Z</dcterms:modified>
</cp:coreProperties>
</file>